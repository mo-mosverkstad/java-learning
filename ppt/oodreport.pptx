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6F1B-88CD-4DAB-A46F-BC617FA7F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1E48-F0B5-6038-8D69-7C9126A2E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3B447-CC11-8054-2EDC-89D1DE0D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DF28-6D49-81F6-DD5C-54749BC3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49BE2-B104-5AAF-A55A-2CC33F25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2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CD20-F766-36E7-DC6B-82A34A86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94D38-3CFA-40F1-EED2-5439C674F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B3960-AD96-D641-8ECA-908B90C4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5EC52-1B51-C093-1BDD-BA9A15BF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D9E82-B141-FB94-7304-693288C7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1444-1748-CB0E-5CF7-D9EEB96E4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C0E39-DE98-FF49-F1C0-55A0E0B64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50243-328D-0985-CA26-174BD857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9FF74-208B-657B-4353-76AE1F328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E765-CEA2-1C70-4BC3-8AB8B28C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82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0179-35D2-EF27-3C56-5B48321C2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36F45-29D8-0F90-266C-6D7ED6881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F5123-1F46-DC5D-D7E8-22EA5BD1A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4EAC1-8AC5-1BC7-0CCD-1CFCEAE5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0AF99-641D-B276-A8AC-307B867E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E3323-187B-3EFA-91A3-85CC052B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7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1D00-3AB8-EC8E-A220-32A079DA7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689C6-5562-35ED-5FA3-29CFEA575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6AC65-2EE3-568E-DE67-2B1077602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65E3DF-C0A0-7D31-C295-94BAB5196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FB641-3E47-D17A-C640-FD8F938B7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AEE726-9507-DFCD-5669-9A758B11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202C0-9129-A821-A3A5-CAB369FC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F26D1-9EF4-5E56-707E-5E8E9CF1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1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5D2E-B858-6D9E-53A8-B9C1BB3D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322BF-5E4B-C2A6-2BB9-BA1E71B1C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1CEC0-7A8D-1352-84CB-469B8EB2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BA926-EC07-5F54-2785-67C9AF9F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5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0A897-C944-0876-DFCF-558BC71D0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B1A76-BCAD-B312-DBFE-FC24CA24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E624D-4F57-60B1-C9FB-FD29A1B1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00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EFCC-7E97-6ED7-5A72-F0BDE65B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836D3-50A8-749A-B5CE-D6A1AEA21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16BA4-E968-549F-1A4C-CABC4FFAA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4CFBE-7BA4-FD3F-8B2B-1656ABE5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D4242-E696-A60F-D21B-182E5262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40C8A-22F3-CD2A-F24F-E06F263D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0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042A-6990-1D69-4FBD-6DD768F2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93039-0337-104A-C964-5E3F04B90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05603-AB96-8713-5492-41D3E2D1F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C9D37-4EC5-7BA6-4438-1CE988AA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F9EF3-00EF-A1B4-EC7D-2BB28F12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7BF50-0282-E866-C5EC-50157C39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7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DB0B-E400-A617-FDC4-FCE9483E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B0093-6480-3C11-9387-734B2351F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0E236-917C-A85B-9493-ABE33F00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CA404-678F-DEE9-52BB-D593F411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77ED6-98E7-3E9C-2C33-019F59EB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1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835D6-45D1-DF73-71E6-26CDF2C66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F179C-4B4A-D602-E1E8-49ABFD21F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A8AC6-6858-5690-FCA4-128593F9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4274A-8840-DF81-9500-5F9A639F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2B7A0-84FD-006D-52B6-98580869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8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09966-E890-E234-6ADA-81D16380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3D06C-BB7A-8500-AC15-F8DEDFD10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98724-FAE5-7E49-ECB5-013F85CA9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501A5-4F23-4E0F-98F6-82DECF29A4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06463-A887-AAE1-3365-2A0453E09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DCB2C-23DB-4FC8-F592-08D56746B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89F51-63D9-42FC-A9F4-350BA9F6F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7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3567D5-635B-F6EA-94C7-971623BA2A0E}"/>
              </a:ext>
            </a:extLst>
          </p:cNvPr>
          <p:cNvSpPr/>
          <p:nvPr/>
        </p:nvSpPr>
        <p:spPr>
          <a:xfrm>
            <a:off x="816428" y="664029"/>
            <a:ext cx="139337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OOD Book pdf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F9F23D-06D7-B5E7-75BF-C3D5E33BCE6B}"/>
              </a:ext>
            </a:extLst>
          </p:cNvPr>
          <p:cNvSpPr/>
          <p:nvPr/>
        </p:nvSpPr>
        <p:spPr>
          <a:xfrm>
            <a:off x="816428" y="1926772"/>
            <a:ext cx="139337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ReadingNotes.md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6F29D2-A07F-A8FF-918F-5D5602BF1261}"/>
              </a:ext>
            </a:extLst>
          </p:cNvPr>
          <p:cNvSpPr/>
          <p:nvPr/>
        </p:nvSpPr>
        <p:spPr>
          <a:xfrm>
            <a:off x="816428" y="3429000"/>
            <a:ext cx="139337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Assignment 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C1D95A-A278-D58F-2CBD-515609B53687}"/>
              </a:ext>
            </a:extLst>
          </p:cNvPr>
          <p:cNvSpPr/>
          <p:nvPr/>
        </p:nvSpPr>
        <p:spPr>
          <a:xfrm>
            <a:off x="816428" y="4550229"/>
            <a:ext cx="139337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Notes.md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CA9584-C250-507A-6406-6A446949DFDC}"/>
              </a:ext>
            </a:extLst>
          </p:cNvPr>
          <p:cNvSpPr/>
          <p:nvPr/>
        </p:nvSpPr>
        <p:spPr>
          <a:xfrm>
            <a:off x="4463143" y="1828801"/>
            <a:ext cx="7064828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2, method</a:t>
            </a:r>
          </a:p>
          <a:p>
            <a:r>
              <a:rPr lang="en-US" dirty="0">
                <a:solidFill>
                  <a:schemeClr val="tx1"/>
                </a:solidFill>
              </a:rPr>
              <a:t>2.1 Design method</a:t>
            </a:r>
          </a:p>
          <a:p>
            <a:r>
              <a:rPr lang="en-US" dirty="0">
                <a:solidFill>
                  <a:schemeClr val="tx1"/>
                </a:solidFill>
              </a:rPr>
              <a:t>2.2 Example of </a:t>
            </a:r>
            <a:r>
              <a:rPr lang="en-US" dirty="0" err="1">
                <a:solidFill>
                  <a:schemeClr val="tx1"/>
                </a:solidFill>
              </a:rPr>
              <a:t>searchCustomer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9C6EC-3A08-6EA7-0A20-1E8987E9374D}"/>
              </a:ext>
            </a:extLst>
          </p:cNvPr>
          <p:cNvSpPr txBox="1"/>
          <p:nvPr/>
        </p:nvSpPr>
        <p:spPr>
          <a:xfrm>
            <a:off x="5148943" y="101102"/>
            <a:ext cx="55495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1, latex infra &lt;- template, </a:t>
            </a:r>
            <a:r>
              <a:rPr lang="en-US" b="1" dirty="0" err="1"/>
              <a:t>vscode</a:t>
            </a:r>
            <a:r>
              <a:rPr lang="en-US" b="1" dirty="0"/>
              <a:t>, listing, picture???</a:t>
            </a:r>
          </a:p>
          <a:p>
            <a:r>
              <a:rPr lang="en-US" b="1" dirty="0"/>
              <a:t>2, outline: &lt;- pictures (only for 2.2), </a:t>
            </a:r>
            <a:r>
              <a:rPr lang="en-US" b="1" dirty="0" err="1"/>
              <a:t>notes,questions</a:t>
            </a:r>
            <a:endParaRPr lang="en-US" b="1" dirty="0"/>
          </a:p>
          <a:p>
            <a:r>
              <a:rPr lang="en-US" dirty="0"/>
              <a:t>3, complete </a:t>
            </a:r>
            <a:r>
              <a:rPr lang="en-US" b="1" dirty="0"/>
              <a:t>1,2</a:t>
            </a:r>
            <a:r>
              <a:rPr lang="en-US" dirty="0"/>
              <a:t>,3</a:t>
            </a:r>
          </a:p>
          <a:p>
            <a:r>
              <a:rPr lang="en-US" dirty="0"/>
              <a:t>4, input latex pdf, questions -&gt; c -&gt; suggestion</a:t>
            </a:r>
          </a:p>
          <a:p>
            <a:r>
              <a:rPr lang="en-US" dirty="0"/>
              <a:t>5, whole pdf -&gt; c -&gt; fulfill, missing, wrong</a:t>
            </a:r>
          </a:p>
          <a:p>
            <a:r>
              <a:rPr lang="en-US" dirty="0"/>
              <a:t> + 5.1 Check report have too same words as source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FF845C-1EA0-A5D9-C84D-03A24388CA38}"/>
              </a:ext>
            </a:extLst>
          </p:cNvPr>
          <p:cNvSpPr/>
          <p:nvPr/>
        </p:nvSpPr>
        <p:spPr>
          <a:xfrm>
            <a:off x="816428" y="5736771"/>
            <a:ext cx="139337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Astah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993FF-8C02-E455-4256-0F4D594CF85D}"/>
              </a:ext>
            </a:extLst>
          </p:cNvPr>
          <p:cNvSpPr/>
          <p:nvPr/>
        </p:nvSpPr>
        <p:spPr>
          <a:xfrm>
            <a:off x="4463143" y="2830287"/>
            <a:ext cx="7064828" cy="1142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 results</a:t>
            </a:r>
          </a:p>
          <a:p>
            <a:r>
              <a:rPr lang="en-US" dirty="0">
                <a:solidFill>
                  <a:schemeClr val="tx1"/>
                </a:solidFill>
              </a:rPr>
              <a:t>3.1 </a:t>
            </a:r>
            <a:r>
              <a:rPr lang="en-US" dirty="0" err="1">
                <a:solidFill>
                  <a:schemeClr val="tx1"/>
                </a:solidFill>
              </a:rPr>
              <a:t>searchCustomer</a:t>
            </a:r>
            <a:r>
              <a:rPr lang="en-US" dirty="0">
                <a:solidFill>
                  <a:schemeClr val="tx1"/>
                </a:solidFill>
              </a:rPr>
              <a:t> refer 2.2</a:t>
            </a:r>
          </a:p>
          <a:p>
            <a:r>
              <a:rPr lang="en-US" dirty="0">
                <a:solidFill>
                  <a:schemeClr val="tx1"/>
                </a:solidFill>
              </a:rPr>
              <a:t>3.2 </a:t>
            </a:r>
            <a:r>
              <a:rPr lang="en-US" dirty="0" err="1">
                <a:solidFill>
                  <a:schemeClr val="tx1"/>
                </a:solidFill>
              </a:rPr>
              <a:t>createRepairOrder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3.3 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71D7E-8201-935E-636F-3F12724CC425}"/>
              </a:ext>
            </a:extLst>
          </p:cNvPr>
          <p:cNvSpPr/>
          <p:nvPr/>
        </p:nvSpPr>
        <p:spPr>
          <a:xfrm>
            <a:off x="4463143" y="4147458"/>
            <a:ext cx="7064828" cy="23077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4 discussions</a:t>
            </a:r>
          </a:p>
          <a:p>
            <a:r>
              <a:rPr lang="en-US" dirty="0">
                <a:solidFill>
                  <a:schemeClr val="tx1"/>
                </a:solidFill>
              </a:rPr>
              <a:t>Brief introduction good …</a:t>
            </a:r>
          </a:p>
          <a:p>
            <a:r>
              <a:rPr lang="en-US" dirty="0">
                <a:solidFill>
                  <a:schemeClr val="tx1"/>
                </a:solidFill>
              </a:rPr>
              <a:t>4.1 Evaluation of MVC Architecture, Layering, and Object‑Oriented Design Quality</a:t>
            </a:r>
          </a:p>
          <a:p>
            <a:r>
              <a:rPr lang="en-US" dirty="0">
                <a:solidFill>
                  <a:schemeClr val="tx1"/>
                </a:solidFill>
              </a:rPr>
              <a:t>4.2 Evaluation of Type Correctness, Object Usage, and Data Encapsulation</a:t>
            </a:r>
          </a:p>
          <a:p>
            <a:r>
              <a:rPr lang="en-US" dirty="0">
                <a:solidFill>
                  <a:schemeClr val="tx1"/>
                </a:solidFill>
              </a:rPr>
              <a:t>4.3 Clarity and Completeness of Method, Results, and Discussion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5492090C-4D3D-41D6-7501-DC8118CCFBB3}"/>
              </a:ext>
            </a:extLst>
          </p:cNvPr>
          <p:cNvSpPr/>
          <p:nvPr/>
        </p:nvSpPr>
        <p:spPr>
          <a:xfrm>
            <a:off x="2525486" y="1088571"/>
            <a:ext cx="326571" cy="13607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024DB2-03D6-ABFB-6298-821C9BAAA001}"/>
              </a:ext>
            </a:extLst>
          </p:cNvPr>
          <p:cNvSpPr txBox="1"/>
          <p:nvPr/>
        </p:nvSpPr>
        <p:spPr>
          <a:xfrm>
            <a:off x="2852057" y="161186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2, 3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D700E27-3479-DDA7-F17E-AADF9A4E214D}"/>
              </a:ext>
            </a:extLst>
          </p:cNvPr>
          <p:cNvSpPr/>
          <p:nvPr/>
        </p:nvSpPr>
        <p:spPr>
          <a:xfrm>
            <a:off x="2525485" y="3701144"/>
            <a:ext cx="326571" cy="14586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9C4A2E-7E9B-9EDB-491D-ECAD2F1ECCFB}"/>
              </a:ext>
            </a:extLst>
          </p:cNvPr>
          <p:cNvSpPr txBox="1"/>
          <p:nvPr/>
        </p:nvSpPr>
        <p:spPr>
          <a:xfrm>
            <a:off x="2895871" y="424582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792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144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Sanders Wang</dc:creator>
  <cp:lastModifiedBy>Sanders Wang</cp:lastModifiedBy>
  <cp:revision>8</cp:revision>
  <dcterms:created xsi:type="dcterms:W3CDTF">2026-03-30T09:29:52Z</dcterms:created>
  <dcterms:modified xsi:type="dcterms:W3CDTF">2026-03-30T20:42:48Z</dcterms:modified>
</cp:coreProperties>
</file>