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A58EA-5045-4CF6-930E-F0DA9C9D737E}" v="24" dt="2026-04-21T11:31:07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rs Wang" userId="089d73b8-785c-4012-b931-81c632b6c9c7" providerId="ADAL" clId="{7A7E55CB-BBA3-4E2F-B01E-E4D114CCE9BA}"/>
    <pc:docChg chg="undo custSel addSld modSld">
      <pc:chgData name="Sanders Wang" userId="089d73b8-785c-4012-b931-81c632b6c9c7" providerId="ADAL" clId="{7A7E55CB-BBA3-4E2F-B01E-E4D114CCE9BA}" dt="2026-04-21T11:31:17.556" v="206" actId="11529"/>
      <pc:docMkLst>
        <pc:docMk/>
      </pc:docMkLst>
      <pc:sldChg chg="addSp delSp modSp mod">
        <pc:chgData name="Sanders Wang" userId="089d73b8-785c-4012-b931-81c632b6c9c7" providerId="ADAL" clId="{7A7E55CB-BBA3-4E2F-B01E-E4D114CCE9BA}" dt="2026-04-21T07:03:16.740" v="193" actId="20577"/>
        <pc:sldMkLst>
          <pc:docMk/>
          <pc:sldMk cId="234387680" sldId="256"/>
        </pc:sldMkLst>
        <pc:spChg chg="mod">
          <ac:chgData name="Sanders Wang" userId="089d73b8-785c-4012-b931-81c632b6c9c7" providerId="ADAL" clId="{7A7E55CB-BBA3-4E2F-B01E-E4D114CCE9BA}" dt="2026-04-21T06:37:46.590" v="162" actId="121"/>
          <ac:spMkLst>
            <pc:docMk/>
            <pc:sldMk cId="234387680" sldId="256"/>
            <ac:spMk id="4" creationId="{6E686567-C5A4-FAFE-325F-90702466804C}"/>
          </ac:spMkLst>
        </pc:spChg>
        <pc:spChg chg="mod">
          <ac:chgData name="Sanders Wang" userId="089d73b8-785c-4012-b931-81c632b6c9c7" providerId="ADAL" clId="{7A7E55CB-BBA3-4E2F-B01E-E4D114CCE9BA}" dt="2026-04-21T06:37:46.590" v="162" actId="121"/>
          <ac:spMkLst>
            <pc:docMk/>
            <pc:sldMk cId="234387680" sldId="256"/>
            <ac:spMk id="5" creationId="{8DEA537F-A70E-4A42-E830-AEE213126BFA}"/>
          </ac:spMkLst>
        </pc:spChg>
        <pc:spChg chg="mod">
          <ac:chgData name="Sanders Wang" userId="089d73b8-785c-4012-b931-81c632b6c9c7" providerId="ADAL" clId="{7A7E55CB-BBA3-4E2F-B01E-E4D114CCE9BA}" dt="2026-04-21T06:37:46.590" v="162" actId="121"/>
          <ac:spMkLst>
            <pc:docMk/>
            <pc:sldMk cId="234387680" sldId="256"/>
            <ac:spMk id="6" creationId="{8D1A54CD-E1D7-7387-BFCA-04B9C0EC1094}"/>
          </ac:spMkLst>
        </pc:spChg>
        <pc:spChg chg="mod">
          <ac:chgData name="Sanders Wang" userId="089d73b8-785c-4012-b931-81c632b6c9c7" providerId="ADAL" clId="{7A7E55CB-BBA3-4E2F-B01E-E4D114CCE9BA}" dt="2026-04-21T06:39:19.526" v="173" actId="14100"/>
          <ac:spMkLst>
            <pc:docMk/>
            <pc:sldMk cId="234387680" sldId="256"/>
            <ac:spMk id="7" creationId="{247D23ED-607D-3243-BDCE-42F10662FFFF}"/>
          </ac:spMkLst>
        </pc:spChg>
        <pc:spChg chg="mod">
          <ac:chgData name="Sanders Wang" userId="089d73b8-785c-4012-b931-81c632b6c9c7" providerId="ADAL" clId="{7A7E55CB-BBA3-4E2F-B01E-E4D114CCE9BA}" dt="2026-04-21T06:38:54.662" v="171" actId="20577"/>
          <ac:spMkLst>
            <pc:docMk/>
            <pc:sldMk cId="234387680" sldId="256"/>
            <ac:spMk id="8" creationId="{0828CF5A-DF43-30B6-3609-C36C9D1377E9}"/>
          </ac:spMkLst>
        </pc:spChg>
        <pc:spChg chg="mod">
          <ac:chgData name="Sanders Wang" userId="089d73b8-785c-4012-b931-81c632b6c9c7" providerId="ADAL" clId="{7A7E55CB-BBA3-4E2F-B01E-E4D114CCE9BA}" dt="2026-04-21T07:03:16.740" v="193" actId="20577"/>
          <ac:spMkLst>
            <pc:docMk/>
            <pc:sldMk cId="234387680" sldId="256"/>
            <ac:spMk id="9" creationId="{9A972F94-93A3-2548-B813-D26075798223}"/>
          </ac:spMkLst>
        </pc:spChg>
        <pc:spChg chg="mod">
          <ac:chgData name="Sanders Wang" userId="089d73b8-785c-4012-b931-81c632b6c9c7" providerId="ADAL" clId="{7A7E55CB-BBA3-4E2F-B01E-E4D114CCE9BA}" dt="2026-04-20T17:04:08.718" v="39" actId="1076"/>
          <ac:spMkLst>
            <pc:docMk/>
            <pc:sldMk cId="234387680" sldId="256"/>
            <ac:spMk id="10" creationId="{E1AF4D92-8B5E-1159-2784-3E6391267FB1}"/>
          </ac:spMkLst>
        </pc:spChg>
        <pc:spChg chg="del mod">
          <ac:chgData name="Sanders Wang" userId="089d73b8-785c-4012-b931-81c632b6c9c7" providerId="ADAL" clId="{7A7E55CB-BBA3-4E2F-B01E-E4D114CCE9BA}" dt="2026-04-21T06:22:30.360" v="55" actId="478"/>
          <ac:spMkLst>
            <pc:docMk/>
            <pc:sldMk cId="234387680" sldId="256"/>
            <ac:spMk id="11" creationId="{A021FC49-ED0A-4DDB-97E4-D3C7BEEB41CC}"/>
          </ac:spMkLst>
        </pc:spChg>
        <pc:spChg chg="mod">
          <ac:chgData name="Sanders Wang" userId="089d73b8-785c-4012-b931-81c632b6c9c7" providerId="ADAL" clId="{7A7E55CB-BBA3-4E2F-B01E-E4D114CCE9BA}" dt="2026-04-20T17:04:05.706" v="38" actId="14100"/>
          <ac:spMkLst>
            <pc:docMk/>
            <pc:sldMk cId="234387680" sldId="256"/>
            <ac:spMk id="12" creationId="{5A673AB0-1E68-B29D-E515-205323530BCC}"/>
          </ac:spMkLst>
        </pc:spChg>
        <pc:spChg chg="add del mod">
          <ac:chgData name="Sanders Wang" userId="089d73b8-785c-4012-b931-81c632b6c9c7" providerId="ADAL" clId="{7A7E55CB-BBA3-4E2F-B01E-E4D114CCE9BA}" dt="2026-04-21T06:22:30.360" v="55" actId="478"/>
          <ac:spMkLst>
            <pc:docMk/>
            <pc:sldMk cId="234387680" sldId="256"/>
            <ac:spMk id="19" creationId="{696D9DEC-D876-3F33-15D7-76F91E985538}"/>
          </ac:spMkLst>
        </pc:spChg>
        <pc:spChg chg="add mod">
          <ac:chgData name="Sanders Wang" userId="089d73b8-785c-4012-b931-81c632b6c9c7" providerId="ADAL" clId="{7A7E55CB-BBA3-4E2F-B01E-E4D114CCE9BA}" dt="2026-04-21T06:27:38.207" v="112" actId="1037"/>
          <ac:spMkLst>
            <pc:docMk/>
            <pc:sldMk cId="234387680" sldId="256"/>
            <ac:spMk id="23" creationId="{3680CB82-20F7-9732-F8D9-DE8CBAED09FE}"/>
          </ac:spMkLst>
        </pc:spChg>
        <pc:spChg chg="add mod">
          <ac:chgData name="Sanders Wang" userId="089d73b8-785c-4012-b931-81c632b6c9c7" providerId="ADAL" clId="{7A7E55CB-BBA3-4E2F-B01E-E4D114CCE9BA}" dt="2026-04-21T06:26:41.541" v="100" actId="571"/>
          <ac:spMkLst>
            <pc:docMk/>
            <pc:sldMk cId="234387680" sldId="256"/>
            <ac:spMk id="24" creationId="{59B27E6B-5126-63D2-7862-6C5D40064E84}"/>
          </ac:spMkLst>
        </pc:spChg>
        <pc:spChg chg="add mod">
          <ac:chgData name="Sanders Wang" userId="089d73b8-785c-4012-b931-81c632b6c9c7" providerId="ADAL" clId="{7A7E55CB-BBA3-4E2F-B01E-E4D114CCE9BA}" dt="2026-04-21T06:27:53.094" v="121" actId="1038"/>
          <ac:spMkLst>
            <pc:docMk/>
            <pc:sldMk cId="234387680" sldId="256"/>
            <ac:spMk id="25" creationId="{24A0279D-82D7-4EF0-F50F-457C032858BE}"/>
          </ac:spMkLst>
        </pc:spChg>
        <pc:spChg chg="add mod">
          <ac:chgData name="Sanders Wang" userId="089d73b8-785c-4012-b931-81c632b6c9c7" providerId="ADAL" clId="{7A7E55CB-BBA3-4E2F-B01E-E4D114CCE9BA}" dt="2026-04-21T06:26:54.224" v="103" actId="1076"/>
          <ac:spMkLst>
            <pc:docMk/>
            <pc:sldMk cId="234387680" sldId="256"/>
            <ac:spMk id="26" creationId="{7DE74774-14DB-4BB2-E9F1-81A30404BD0B}"/>
          </ac:spMkLst>
        </pc:spChg>
        <pc:spChg chg="add mod">
          <ac:chgData name="Sanders Wang" userId="089d73b8-785c-4012-b931-81c632b6c9c7" providerId="ADAL" clId="{7A7E55CB-BBA3-4E2F-B01E-E4D114CCE9BA}" dt="2026-04-21T06:27:42.907" v="114" actId="1037"/>
          <ac:spMkLst>
            <pc:docMk/>
            <pc:sldMk cId="234387680" sldId="256"/>
            <ac:spMk id="27" creationId="{250C497F-F576-ECD5-343C-4EF7DDBC6787}"/>
          </ac:spMkLst>
        </pc:spChg>
        <pc:spChg chg="add mod">
          <ac:chgData name="Sanders Wang" userId="089d73b8-785c-4012-b931-81c632b6c9c7" providerId="ADAL" clId="{7A7E55CB-BBA3-4E2F-B01E-E4D114CCE9BA}" dt="2026-04-21T06:28:45.384" v="134" actId="1076"/>
          <ac:spMkLst>
            <pc:docMk/>
            <pc:sldMk cId="234387680" sldId="256"/>
            <ac:spMk id="39" creationId="{26FB70A0-E13D-ECC2-9585-3D00E63C08F1}"/>
          </ac:spMkLst>
        </pc:spChg>
        <pc:spChg chg="add mod">
          <ac:chgData name="Sanders Wang" userId="089d73b8-785c-4012-b931-81c632b6c9c7" providerId="ADAL" clId="{7A7E55CB-BBA3-4E2F-B01E-E4D114CCE9BA}" dt="2026-04-21T06:28:48.948" v="135" actId="571"/>
          <ac:spMkLst>
            <pc:docMk/>
            <pc:sldMk cId="234387680" sldId="256"/>
            <ac:spMk id="40" creationId="{2E5B5262-4945-3825-207E-A07EA0D9EB00}"/>
          </ac:spMkLst>
        </pc:spChg>
        <pc:spChg chg="add mod">
          <ac:chgData name="Sanders Wang" userId="089d73b8-785c-4012-b931-81c632b6c9c7" providerId="ADAL" clId="{7A7E55CB-BBA3-4E2F-B01E-E4D114CCE9BA}" dt="2026-04-21T06:28:52.321" v="136" actId="571"/>
          <ac:spMkLst>
            <pc:docMk/>
            <pc:sldMk cId="234387680" sldId="256"/>
            <ac:spMk id="41" creationId="{3A9E1794-8855-5DE7-E645-2EBDF56A43F8}"/>
          </ac:spMkLst>
        </pc:spChg>
        <pc:spChg chg="add mod">
          <ac:chgData name="Sanders Wang" userId="089d73b8-785c-4012-b931-81c632b6c9c7" providerId="ADAL" clId="{7A7E55CB-BBA3-4E2F-B01E-E4D114CCE9BA}" dt="2026-04-21T06:29:00.711" v="137" actId="571"/>
          <ac:spMkLst>
            <pc:docMk/>
            <pc:sldMk cId="234387680" sldId="256"/>
            <ac:spMk id="42" creationId="{EA77D663-C449-1321-37AC-F6C2C1A7AE0A}"/>
          </ac:spMkLst>
        </pc:spChg>
        <pc:spChg chg="add mod">
          <ac:chgData name="Sanders Wang" userId="089d73b8-785c-4012-b931-81c632b6c9c7" providerId="ADAL" clId="{7A7E55CB-BBA3-4E2F-B01E-E4D114CCE9BA}" dt="2026-04-21T06:29:13.635" v="155" actId="20577"/>
          <ac:spMkLst>
            <pc:docMk/>
            <pc:sldMk cId="234387680" sldId="256"/>
            <ac:spMk id="43" creationId="{E763DBAD-5360-DFFB-881E-281322FF13B0}"/>
          </ac:spMkLst>
        </pc:spChg>
        <pc:spChg chg="add mod">
          <ac:chgData name="Sanders Wang" userId="089d73b8-785c-4012-b931-81c632b6c9c7" providerId="ADAL" clId="{7A7E55CB-BBA3-4E2F-B01E-E4D114CCE9BA}" dt="2026-04-21T06:39:29.643" v="175" actId="1076"/>
          <ac:spMkLst>
            <pc:docMk/>
            <pc:sldMk cId="234387680" sldId="256"/>
            <ac:spMk id="45" creationId="{DE21D81F-6D44-800C-D542-D761B7CD764B}"/>
          </ac:spMkLst>
        </pc:spChg>
        <pc:spChg chg="add mod">
          <ac:chgData name="Sanders Wang" userId="089d73b8-785c-4012-b931-81c632b6c9c7" providerId="ADAL" clId="{7A7E55CB-BBA3-4E2F-B01E-E4D114CCE9BA}" dt="2026-04-21T06:38:26.248" v="167" actId="1076"/>
          <ac:spMkLst>
            <pc:docMk/>
            <pc:sldMk cId="234387680" sldId="256"/>
            <ac:spMk id="46" creationId="{4ADE31BE-5257-0237-4BC1-4F0E2C70E21B}"/>
          </ac:spMkLst>
        </pc:spChg>
        <pc:spChg chg="add mod">
          <ac:chgData name="Sanders Wang" userId="089d73b8-785c-4012-b931-81c632b6c9c7" providerId="ADAL" clId="{7A7E55CB-BBA3-4E2F-B01E-E4D114CCE9BA}" dt="2026-04-21T06:38:20.473" v="166" actId="1076"/>
          <ac:spMkLst>
            <pc:docMk/>
            <pc:sldMk cId="234387680" sldId="256"/>
            <ac:spMk id="47" creationId="{F1C0957E-A389-2970-D6A2-29FDD7542E75}"/>
          </ac:spMkLst>
        </pc:spChg>
        <pc:spChg chg="add mod">
          <ac:chgData name="Sanders Wang" userId="089d73b8-785c-4012-b931-81c632b6c9c7" providerId="ADAL" clId="{7A7E55CB-BBA3-4E2F-B01E-E4D114CCE9BA}" dt="2026-04-21T06:39:37.579" v="176" actId="571"/>
          <ac:spMkLst>
            <pc:docMk/>
            <pc:sldMk cId="234387680" sldId="256"/>
            <ac:spMk id="59" creationId="{F8A1C87D-4581-32FA-5A1E-7A35F23DDDA9}"/>
          </ac:spMkLst>
        </pc:spChg>
        <pc:cxnChg chg="add mod">
          <ac:chgData name="Sanders Wang" userId="089d73b8-785c-4012-b931-81c632b6c9c7" providerId="ADAL" clId="{7A7E55CB-BBA3-4E2F-B01E-E4D114CCE9BA}" dt="2026-04-20T17:04:08.718" v="39" actId="1076"/>
          <ac:cxnSpMkLst>
            <pc:docMk/>
            <pc:sldMk cId="234387680" sldId="256"/>
            <ac:cxnSpMk id="3" creationId="{2B539D89-C784-1972-1C9C-884406702081}"/>
          </ac:cxnSpMkLst>
        </pc:cxnChg>
        <pc:cxnChg chg="add mod">
          <ac:chgData name="Sanders Wang" userId="089d73b8-785c-4012-b931-81c632b6c9c7" providerId="ADAL" clId="{7A7E55CB-BBA3-4E2F-B01E-E4D114CCE9BA}" dt="2026-04-19T19:19:29.048" v="22" actId="14100"/>
          <ac:cxnSpMkLst>
            <pc:docMk/>
            <pc:sldMk cId="234387680" sldId="256"/>
            <ac:cxnSpMk id="14" creationId="{48FBC041-5929-C188-F353-CF30840AC392}"/>
          </ac:cxnSpMkLst>
        </pc:cxnChg>
        <pc:cxnChg chg="add mod">
          <ac:chgData name="Sanders Wang" userId="089d73b8-785c-4012-b931-81c632b6c9c7" providerId="ADAL" clId="{7A7E55CB-BBA3-4E2F-B01E-E4D114CCE9BA}" dt="2026-04-19T19:19:24.351" v="20" actId="14100"/>
          <ac:cxnSpMkLst>
            <pc:docMk/>
            <pc:sldMk cId="234387680" sldId="256"/>
            <ac:cxnSpMk id="16" creationId="{76AF5C11-2356-A2A8-7BD7-274879C3CDFA}"/>
          </ac:cxnSpMkLst>
        </pc:cxnChg>
        <pc:cxnChg chg="add del mod">
          <ac:chgData name="Sanders Wang" userId="089d73b8-785c-4012-b931-81c632b6c9c7" providerId="ADAL" clId="{7A7E55CB-BBA3-4E2F-B01E-E4D114CCE9BA}" dt="2026-04-21T06:22:30.360" v="55" actId="478"/>
          <ac:cxnSpMkLst>
            <pc:docMk/>
            <pc:sldMk cId="234387680" sldId="256"/>
            <ac:cxnSpMk id="21" creationId="{1C2E4875-29C3-7FCA-C813-322C43530540}"/>
          </ac:cxnSpMkLst>
        </pc:cxnChg>
        <pc:cxnChg chg="add mod">
          <ac:chgData name="Sanders Wang" userId="089d73b8-785c-4012-b931-81c632b6c9c7" providerId="ADAL" clId="{7A7E55CB-BBA3-4E2F-B01E-E4D114CCE9BA}" dt="2026-04-21T06:27:42.907" v="114" actId="1037"/>
          <ac:cxnSpMkLst>
            <pc:docMk/>
            <pc:sldMk cId="234387680" sldId="256"/>
            <ac:cxnSpMk id="29" creationId="{91DF0E68-14F9-25A1-D941-6C24CAF2D561}"/>
          </ac:cxnSpMkLst>
        </pc:cxnChg>
        <pc:cxnChg chg="add mod">
          <ac:chgData name="Sanders Wang" userId="089d73b8-785c-4012-b931-81c632b6c9c7" providerId="ADAL" clId="{7A7E55CB-BBA3-4E2F-B01E-E4D114CCE9BA}" dt="2026-04-21T06:27:38.207" v="112" actId="1037"/>
          <ac:cxnSpMkLst>
            <pc:docMk/>
            <pc:sldMk cId="234387680" sldId="256"/>
            <ac:cxnSpMk id="32" creationId="{76F93763-879D-9911-414C-9E8DDEC709E4}"/>
          </ac:cxnSpMkLst>
        </pc:cxnChg>
        <pc:cxnChg chg="add mod">
          <ac:chgData name="Sanders Wang" userId="089d73b8-785c-4012-b931-81c632b6c9c7" providerId="ADAL" clId="{7A7E55CB-BBA3-4E2F-B01E-E4D114CCE9BA}" dt="2026-04-21T06:27:53.094" v="121" actId="1038"/>
          <ac:cxnSpMkLst>
            <pc:docMk/>
            <pc:sldMk cId="234387680" sldId="256"/>
            <ac:cxnSpMk id="34" creationId="{902C73F7-87CF-92F9-BC1B-FEB37AD06160}"/>
          </ac:cxnSpMkLst>
        </pc:cxnChg>
        <pc:cxnChg chg="add">
          <ac:chgData name="Sanders Wang" userId="089d73b8-785c-4012-b931-81c632b6c9c7" providerId="ADAL" clId="{7A7E55CB-BBA3-4E2F-B01E-E4D114CCE9BA}" dt="2026-04-21T06:28:00.662" v="122" actId="11529"/>
          <ac:cxnSpMkLst>
            <pc:docMk/>
            <pc:sldMk cId="234387680" sldId="256"/>
            <ac:cxnSpMk id="36" creationId="{26154DF0-D5B1-DCD6-7837-FE2331FE8C56}"/>
          </ac:cxnSpMkLst>
        </pc:cxnChg>
        <pc:cxnChg chg="add mod">
          <ac:chgData name="Sanders Wang" userId="089d73b8-785c-4012-b931-81c632b6c9c7" providerId="ADAL" clId="{7A7E55CB-BBA3-4E2F-B01E-E4D114CCE9BA}" dt="2026-04-21T06:28:22.280" v="125" actId="692"/>
          <ac:cxnSpMkLst>
            <pc:docMk/>
            <pc:sldMk cId="234387680" sldId="256"/>
            <ac:cxnSpMk id="38" creationId="{085532FB-84A8-CBD3-E9EB-C3C1150EF4A1}"/>
          </ac:cxnSpMkLst>
        </pc:cxnChg>
        <pc:cxnChg chg="add mod">
          <ac:chgData name="Sanders Wang" userId="089d73b8-785c-4012-b931-81c632b6c9c7" providerId="ADAL" clId="{7A7E55CB-BBA3-4E2F-B01E-E4D114CCE9BA}" dt="2026-04-21T06:39:29.643" v="175" actId="1076"/>
          <ac:cxnSpMkLst>
            <pc:docMk/>
            <pc:sldMk cId="234387680" sldId="256"/>
            <ac:cxnSpMk id="48" creationId="{92D1588F-0F6F-E901-E423-7F9E708C8543}"/>
          </ac:cxnSpMkLst>
        </pc:cxnChg>
        <pc:cxnChg chg="add mod">
          <ac:chgData name="Sanders Wang" userId="089d73b8-785c-4012-b931-81c632b6c9c7" providerId="ADAL" clId="{7A7E55CB-BBA3-4E2F-B01E-E4D114CCE9BA}" dt="2026-04-21T06:38:26.248" v="167" actId="1076"/>
          <ac:cxnSpMkLst>
            <pc:docMk/>
            <pc:sldMk cId="234387680" sldId="256"/>
            <ac:cxnSpMk id="49" creationId="{92FC7F13-893A-440F-CD37-1DA084DFBA77}"/>
          </ac:cxnSpMkLst>
        </pc:cxnChg>
        <pc:cxnChg chg="add mod">
          <ac:chgData name="Sanders Wang" userId="089d73b8-785c-4012-b931-81c632b6c9c7" providerId="ADAL" clId="{7A7E55CB-BBA3-4E2F-B01E-E4D114CCE9BA}" dt="2026-04-21T06:39:45.161" v="178" actId="14100"/>
          <ac:cxnSpMkLst>
            <pc:docMk/>
            <pc:sldMk cId="234387680" sldId="256"/>
            <ac:cxnSpMk id="56" creationId="{E4E79078-D924-3DAD-9981-14800C6A9853}"/>
          </ac:cxnSpMkLst>
        </pc:cxnChg>
      </pc:sldChg>
      <pc:sldChg chg="addSp delSp modSp add mod">
        <pc:chgData name="Sanders Wang" userId="089d73b8-785c-4012-b931-81c632b6c9c7" providerId="ADAL" clId="{7A7E55CB-BBA3-4E2F-B01E-E4D114CCE9BA}" dt="2026-04-21T11:31:17.556" v="206" actId="11529"/>
        <pc:sldMkLst>
          <pc:docMk/>
          <pc:sldMk cId="1446090393" sldId="257"/>
        </pc:sldMkLst>
        <pc:spChg chg="add mod">
          <ac:chgData name="Sanders Wang" userId="089d73b8-785c-4012-b931-81c632b6c9c7" providerId="ADAL" clId="{7A7E55CB-BBA3-4E2F-B01E-E4D114CCE9BA}" dt="2026-04-21T06:34:11.173" v="159" actId="1076"/>
          <ac:spMkLst>
            <pc:docMk/>
            <pc:sldMk cId="1446090393" sldId="257"/>
            <ac:spMk id="2" creationId="{060AFAB6-64C4-45DF-57BA-2EC6FEA634CE}"/>
          </ac:spMkLst>
        </pc:spChg>
        <pc:spChg chg="mod">
          <ac:chgData name="Sanders Wang" userId="089d73b8-785c-4012-b931-81c632b6c9c7" providerId="ADAL" clId="{7A7E55CB-BBA3-4E2F-B01E-E4D114CCE9BA}" dt="2026-04-21T06:39:58.516" v="179" actId="121"/>
          <ac:spMkLst>
            <pc:docMk/>
            <pc:sldMk cId="1446090393" sldId="257"/>
            <ac:spMk id="4" creationId="{3A235A20-8618-E25A-CEB9-E90C1D7B48D7}"/>
          </ac:spMkLst>
        </pc:spChg>
        <pc:spChg chg="mod">
          <ac:chgData name="Sanders Wang" userId="089d73b8-785c-4012-b931-81c632b6c9c7" providerId="ADAL" clId="{7A7E55CB-BBA3-4E2F-B01E-E4D114CCE9BA}" dt="2026-04-21T06:40:01.717" v="180" actId="121"/>
          <ac:spMkLst>
            <pc:docMk/>
            <pc:sldMk cId="1446090393" sldId="257"/>
            <ac:spMk id="5" creationId="{305995EE-9E1A-A0D5-FF0C-470EEBBFB620}"/>
          </ac:spMkLst>
        </pc:spChg>
        <pc:spChg chg="mod">
          <ac:chgData name="Sanders Wang" userId="089d73b8-785c-4012-b931-81c632b6c9c7" providerId="ADAL" clId="{7A7E55CB-BBA3-4E2F-B01E-E4D114CCE9BA}" dt="2026-04-21T06:40:04.145" v="181" actId="121"/>
          <ac:spMkLst>
            <pc:docMk/>
            <pc:sldMk cId="1446090393" sldId="257"/>
            <ac:spMk id="6" creationId="{56D890C6-F63B-7955-C837-6A3BCCE0B6C3}"/>
          </ac:spMkLst>
        </pc:spChg>
        <pc:spChg chg="mod">
          <ac:chgData name="Sanders Wang" userId="089d73b8-785c-4012-b931-81c632b6c9c7" providerId="ADAL" clId="{7A7E55CB-BBA3-4E2F-B01E-E4D114CCE9BA}" dt="2026-04-21T06:24:03.688" v="97" actId="5793"/>
          <ac:spMkLst>
            <pc:docMk/>
            <pc:sldMk cId="1446090393" sldId="257"/>
            <ac:spMk id="7" creationId="{C52839F0-8150-748A-852D-0932BB62AEBF}"/>
          </ac:spMkLst>
        </pc:spChg>
        <pc:spChg chg="add del mod">
          <ac:chgData name="Sanders Wang" userId="089d73b8-785c-4012-b931-81c632b6c9c7" providerId="ADAL" clId="{7A7E55CB-BBA3-4E2F-B01E-E4D114CCE9BA}" dt="2026-04-21T06:23:37.552" v="72" actId="20577"/>
          <ac:spMkLst>
            <pc:docMk/>
            <pc:sldMk cId="1446090393" sldId="257"/>
            <ac:spMk id="8" creationId="{E4830963-274E-BCD0-45A1-CC8E49281D5A}"/>
          </ac:spMkLst>
        </pc:spChg>
        <pc:spChg chg="mod">
          <ac:chgData name="Sanders Wang" userId="089d73b8-785c-4012-b931-81c632b6c9c7" providerId="ADAL" clId="{7A7E55CB-BBA3-4E2F-B01E-E4D114CCE9BA}" dt="2026-04-21T06:22:48.130" v="58" actId="6549"/>
          <ac:spMkLst>
            <pc:docMk/>
            <pc:sldMk cId="1446090393" sldId="257"/>
            <ac:spMk id="9" creationId="{0B0C430E-A0D7-15B4-6215-151676DCAD0E}"/>
          </ac:spMkLst>
        </pc:spChg>
        <pc:spChg chg="del">
          <ac:chgData name="Sanders Wang" userId="089d73b8-785c-4012-b931-81c632b6c9c7" providerId="ADAL" clId="{7A7E55CB-BBA3-4E2F-B01E-E4D114CCE9BA}" dt="2026-04-21T06:22:34.366" v="56" actId="478"/>
          <ac:spMkLst>
            <pc:docMk/>
            <pc:sldMk cId="1446090393" sldId="257"/>
            <ac:spMk id="10" creationId="{501875A9-DD50-2BBE-5570-CF52FF5DE434}"/>
          </ac:spMkLst>
        </pc:spChg>
        <pc:spChg chg="mod">
          <ac:chgData name="Sanders Wang" userId="089d73b8-785c-4012-b931-81c632b6c9c7" providerId="ADAL" clId="{7A7E55CB-BBA3-4E2F-B01E-E4D114CCE9BA}" dt="2026-04-21T06:22:40.865" v="57" actId="1076"/>
          <ac:spMkLst>
            <pc:docMk/>
            <pc:sldMk cId="1446090393" sldId="257"/>
            <ac:spMk id="11" creationId="{86D7884F-A5DD-EA60-CE13-FB9D5C54CC89}"/>
          </ac:spMkLst>
        </pc:spChg>
        <pc:spChg chg="del">
          <ac:chgData name="Sanders Wang" userId="089d73b8-785c-4012-b931-81c632b6c9c7" providerId="ADAL" clId="{7A7E55CB-BBA3-4E2F-B01E-E4D114CCE9BA}" dt="2026-04-21T06:22:34.366" v="56" actId="478"/>
          <ac:spMkLst>
            <pc:docMk/>
            <pc:sldMk cId="1446090393" sldId="257"/>
            <ac:spMk id="12" creationId="{9EAB88EE-4761-621F-DEDF-7B8636C8E046}"/>
          </ac:spMkLst>
        </pc:spChg>
        <pc:spChg chg="add mod">
          <ac:chgData name="Sanders Wang" userId="089d73b8-785c-4012-b931-81c632b6c9c7" providerId="ADAL" clId="{7A7E55CB-BBA3-4E2F-B01E-E4D114CCE9BA}" dt="2026-04-21T06:34:08.918" v="158" actId="1076"/>
          <ac:spMkLst>
            <pc:docMk/>
            <pc:sldMk cId="1446090393" sldId="257"/>
            <ac:spMk id="13" creationId="{0A48CEC3-19D8-1127-5D4D-CDA5B93A0AC0}"/>
          </ac:spMkLst>
        </pc:spChg>
        <pc:spChg chg="add mod">
          <ac:chgData name="Sanders Wang" userId="089d73b8-785c-4012-b931-81c632b6c9c7" providerId="ADAL" clId="{7A7E55CB-BBA3-4E2F-B01E-E4D114CCE9BA}" dt="2026-04-21T06:27:12.772" v="106"/>
          <ac:spMkLst>
            <pc:docMk/>
            <pc:sldMk cId="1446090393" sldId="257"/>
            <ac:spMk id="15" creationId="{2A5F3E66-FFE4-7553-FF9A-61C66E3B60EE}"/>
          </ac:spMkLst>
        </pc:spChg>
        <pc:spChg chg="add mod">
          <ac:chgData name="Sanders Wang" userId="089d73b8-785c-4012-b931-81c632b6c9c7" providerId="ADAL" clId="{7A7E55CB-BBA3-4E2F-B01E-E4D114CCE9BA}" dt="2026-04-21T06:34:06.644" v="157" actId="1076"/>
          <ac:spMkLst>
            <pc:docMk/>
            <pc:sldMk cId="1446090393" sldId="257"/>
            <ac:spMk id="17" creationId="{ACAAE2F6-1E4E-5087-13A4-AAA35A0A1DCC}"/>
          </ac:spMkLst>
        </pc:spChg>
        <pc:spChg chg="add mod">
          <ac:chgData name="Sanders Wang" userId="089d73b8-785c-4012-b931-81c632b6c9c7" providerId="ADAL" clId="{7A7E55CB-BBA3-4E2F-B01E-E4D114CCE9BA}" dt="2026-04-21T06:27:12.772" v="106"/>
          <ac:spMkLst>
            <pc:docMk/>
            <pc:sldMk cId="1446090393" sldId="257"/>
            <ac:spMk id="18" creationId="{1DD40F45-CFB1-F717-931B-17B731C39F46}"/>
          </ac:spMkLst>
        </pc:spChg>
        <pc:spChg chg="mod">
          <ac:chgData name="Sanders Wang" userId="089d73b8-785c-4012-b931-81c632b6c9c7" providerId="ADAL" clId="{7A7E55CB-BBA3-4E2F-B01E-E4D114CCE9BA}" dt="2026-04-21T06:22:40.865" v="57" actId="1076"/>
          <ac:spMkLst>
            <pc:docMk/>
            <pc:sldMk cId="1446090393" sldId="257"/>
            <ac:spMk id="19" creationId="{2660EA7D-DBC6-DEBE-ABC4-900FB0A7AECA}"/>
          </ac:spMkLst>
        </pc:spChg>
        <pc:spChg chg="add mod">
          <ac:chgData name="Sanders Wang" userId="089d73b8-785c-4012-b931-81c632b6c9c7" providerId="ADAL" clId="{7A7E55CB-BBA3-4E2F-B01E-E4D114CCE9BA}" dt="2026-04-21T06:29:23.096" v="156"/>
          <ac:spMkLst>
            <pc:docMk/>
            <pc:sldMk cId="1446090393" sldId="257"/>
            <ac:spMk id="22" creationId="{A3C0F54F-106D-5880-23D3-FA898F7CD126}"/>
          </ac:spMkLst>
        </pc:spChg>
        <pc:spChg chg="add mod">
          <ac:chgData name="Sanders Wang" userId="089d73b8-785c-4012-b931-81c632b6c9c7" providerId="ADAL" clId="{7A7E55CB-BBA3-4E2F-B01E-E4D114CCE9BA}" dt="2026-04-21T06:40:10.758" v="182" actId="571"/>
          <ac:spMkLst>
            <pc:docMk/>
            <pc:sldMk cId="1446090393" sldId="257"/>
            <ac:spMk id="23" creationId="{7A514F47-A57A-D74F-0288-A1035C4F5190}"/>
          </ac:spMkLst>
        </pc:spChg>
        <pc:spChg chg="add mod">
          <ac:chgData name="Sanders Wang" userId="089d73b8-785c-4012-b931-81c632b6c9c7" providerId="ADAL" clId="{7A7E55CB-BBA3-4E2F-B01E-E4D114CCE9BA}" dt="2026-04-21T06:40:24.658" v="183" actId="571"/>
          <ac:spMkLst>
            <pc:docMk/>
            <pc:sldMk cId="1446090393" sldId="257"/>
            <ac:spMk id="24" creationId="{B0A7D354-C5AF-3BD6-E834-AD47E33B4D7B}"/>
          </ac:spMkLst>
        </pc:spChg>
        <pc:spChg chg="add mod">
          <ac:chgData name="Sanders Wang" userId="089d73b8-785c-4012-b931-81c632b6c9c7" providerId="ADAL" clId="{7A7E55CB-BBA3-4E2F-B01E-E4D114CCE9BA}" dt="2026-04-21T11:31:11.575" v="205" actId="1076"/>
          <ac:spMkLst>
            <pc:docMk/>
            <pc:sldMk cId="1446090393" sldId="257"/>
            <ac:spMk id="37" creationId="{AD269C09-C1E5-CA13-F95E-BBFBD82A95A6}"/>
          </ac:spMkLst>
        </pc:spChg>
        <pc:cxnChg chg="del mod">
          <ac:chgData name="Sanders Wang" userId="089d73b8-785c-4012-b931-81c632b6c9c7" providerId="ADAL" clId="{7A7E55CB-BBA3-4E2F-B01E-E4D114CCE9BA}" dt="2026-04-21T06:22:34.366" v="56" actId="478"/>
          <ac:cxnSpMkLst>
            <pc:docMk/>
            <pc:sldMk cId="1446090393" sldId="257"/>
            <ac:cxnSpMk id="3" creationId="{2EAEB023-A1E8-79FB-3843-FF6061E3261F}"/>
          </ac:cxnSpMkLst>
        </pc:cxnChg>
        <pc:cxnChg chg="del mod">
          <ac:chgData name="Sanders Wang" userId="089d73b8-785c-4012-b931-81c632b6c9c7" providerId="ADAL" clId="{7A7E55CB-BBA3-4E2F-B01E-E4D114CCE9BA}" dt="2026-04-21T06:23:02.830" v="60" actId="478"/>
          <ac:cxnSpMkLst>
            <pc:docMk/>
            <pc:sldMk cId="1446090393" sldId="257"/>
            <ac:cxnSpMk id="14" creationId="{321B4476-E25A-4457-72AD-0BA6C75FFCDB}"/>
          </ac:cxnSpMkLst>
        </pc:cxnChg>
        <pc:cxnChg chg="add del mod">
          <ac:chgData name="Sanders Wang" userId="089d73b8-785c-4012-b931-81c632b6c9c7" providerId="ADAL" clId="{7A7E55CB-BBA3-4E2F-B01E-E4D114CCE9BA}" dt="2026-04-21T06:23:25.982" v="67" actId="478"/>
          <ac:cxnSpMkLst>
            <pc:docMk/>
            <pc:sldMk cId="1446090393" sldId="257"/>
            <ac:cxnSpMk id="16" creationId="{59ED1F7A-8B64-C0CF-BD90-D117D2160D72}"/>
          </ac:cxnSpMkLst>
        </pc:cxnChg>
        <pc:cxnChg chg="add mod">
          <ac:chgData name="Sanders Wang" userId="089d73b8-785c-4012-b931-81c632b6c9c7" providerId="ADAL" clId="{7A7E55CB-BBA3-4E2F-B01E-E4D114CCE9BA}" dt="2026-04-21T06:28:33.292" v="126"/>
          <ac:cxnSpMkLst>
            <pc:docMk/>
            <pc:sldMk cId="1446090393" sldId="257"/>
            <ac:cxnSpMk id="20" creationId="{A55BF930-97F1-A28B-B803-3E7475C3EB9B}"/>
          </ac:cxnSpMkLst>
        </pc:cxnChg>
        <pc:cxnChg chg="mod">
          <ac:chgData name="Sanders Wang" userId="089d73b8-785c-4012-b931-81c632b6c9c7" providerId="ADAL" clId="{7A7E55CB-BBA3-4E2F-B01E-E4D114CCE9BA}" dt="2026-04-21T06:22:40.865" v="57" actId="1076"/>
          <ac:cxnSpMkLst>
            <pc:docMk/>
            <pc:sldMk cId="1446090393" sldId="257"/>
            <ac:cxnSpMk id="21" creationId="{3ADE67AC-E754-26EA-81D4-6AF85D158C65}"/>
          </ac:cxnSpMkLst>
        </pc:cxnChg>
        <pc:cxnChg chg="add mod">
          <ac:chgData name="Sanders Wang" userId="089d73b8-785c-4012-b931-81c632b6c9c7" providerId="ADAL" clId="{7A7E55CB-BBA3-4E2F-B01E-E4D114CCE9BA}" dt="2026-04-21T06:41:02.514" v="190" actId="692"/>
          <ac:cxnSpMkLst>
            <pc:docMk/>
            <pc:sldMk cId="1446090393" sldId="257"/>
            <ac:cxnSpMk id="26" creationId="{251F5DFF-086B-6079-86AE-C040E0715B2F}"/>
          </ac:cxnSpMkLst>
        </pc:cxnChg>
        <pc:cxnChg chg="add mod">
          <ac:chgData name="Sanders Wang" userId="089d73b8-785c-4012-b931-81c632b6c9c7" providerId="ADAL" clId="{7A7E55CB-BBA3-4E2F-B01E-E4D114CCE9BA}" dt="2026-04-21T07:06:29.625" v="196" actId="14100"/>
          <ac:cxnSpMkLst>
            <pc:docMk/>
            <pc:sldMk cId="1446090393" sldId="257"/>
            <ac:cxnSpMk id="27" creationId="{7C4CAEA6-3BDE-02CE-348C-253BC910EA14}"/>
          </ac:cxnSpMkLst>
        </pc:cxnChg>
        <pc:cxnChg chg="add mod">
          <ac:chgData name="Sanders Wang" userId="089d73b8-785c-4012-b931-81c632b6c9c7" providerId="ADAL" clId="{7A7E55CB-BBA3-4E2F-B01E-E4D114CCE9BA}" dt="2026-04-21T07:06:37.354" v="199" actId="14100"/>
          <ac:cxnSpMkLst>
            <pc:docMk/>
            <pc:sldMk cId="1446090393" sldId="257"/>
            <ac:cxnSpMk id="30" creationId="{9E06EEDE-43BA-18DE-6454-A96268A84F92}"/>
          </ac:cxnSpMkLst>
        </pc:cxnChg>
        <pc:cxnChg chg="add mod">
          <ac:chgData name="Sanders Wang" userId="089d73b8-785c-4012-b931-81c632b6c9c7" providerId="ADAL" clId="{7A7E55CB-BBA3-4E2F-B01E-E4D114CCE9BA}" dt="2026-04-21T07:06:48.600" v="203" actId="14100"/>
          <ac:cxnSpMkLst>
            <pc:docMk/>
            <pc:sldMk cId="1446090393" sldId="257"/>
            <ac:cxnSpMk id="33" creationId="{522B9440-BCFD-37D4-8537-2FC7BE7DB66E}"/>
          </ac:cxnSpMkLst>
        </pc:cxnChg>
        <pc:cxnChg chg="add">
          <ac:chgData name="Sanders Wang" userId="089d73b8-785c-4012-b931-81c632b6c9c7" providerId="ADAL" clId="{7A7E55CB-BBA3-4E2F-B01E-E4D114CCE9BA}" dt="2026-04-21T11:31:17.556" v="206" actId="11529"/>
          <ac:cxnSpMkLst>
            <pc:docMk/>
            <pc:sldMk cId="1446090393" sldId="257"/>
            <ac:cxnSpMk id="39" creationId="{CAB2DB1B-1881-B059-E523-CD3599A5424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1140-5048-2285-B79F-226DEC4AF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56430-5AB6-3ED8-D776-9290F21FF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94BC5-C2CD-C4F0-A7EB-74EF9FB89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F5935-CAA9-41D2-E026-180C0CB3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72034-B55C-29BA-95D6-C6254CB9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6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1E70-2797-EC68-836C-38B21FFCC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21FB-1F0C-5C83-AA89-6924DED36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A5717-D47D-F9DC-FA7A-18CDA7C2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67C6F-2B6D-E679-1980-D98939C0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36E23-1D2A-0A4E-E268-D7854BD4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07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A8E9-4956-7741-FD9E-27F2C0EB7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8F51D-AA86-F542-6864-B86486C1D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4FF95-5FEE-01A7-6906-C95CCCAE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C9CA9-9C06-5307-F9A1-D0560E31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1651-8A7A-5CED-489E-96BD3061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21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AC868-93C4-5082-E0AE-EF433C62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2446-B785-27D7-BB31-6418A4B96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487E4-2FDE-52F2-9A21-E196FD205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B3BC5-4BDE-A3A2-810C-7B8FA803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BC8C9-99AD-FA3D-FF33-810F63EED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2B9A6-41F3-7BC2-33FC-B3F53E6D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1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FAFB-C9FD-4D29-CA35-E52979822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8AC9C-5A46-81C4-850C-6ABD54EE0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531DC-4B2A-A1C1-F6AD-0C243161B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6B21EA-B83F-680F-B521-39E088CAC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6E70B-362B-072B-677F-DB90FC38E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CAB21-141C-8122-1A0F-4A4335F8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06A46E-0DCD-DD55-8C5F-FAEFC934D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FA2F0-BC5E-AD46-AE6C-3CBF934A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9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E868-6F20-98D6-D509-5AD17856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333B0D-348F-55BD-0951-1F8E0ACE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ED309-AB8A-39DB-D11B-75FC3B87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A93D3-E550-5C43-7818-814CDD13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DA0D6-7045-427B-04DF-97969BCE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AB213-23A8-A8C5-CDC2-7DFA8002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AC4AF-730B-C988-3FCA-34398C03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72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0F02-7140-D1B4-D1F2-12BBDCAE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40E59-4B3B-1A94-3FC0-99890592E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20195-7EAE-F159-5F01-B52D6F0C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C46D5-456C-6A84-85C3-2E4FCE44F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E5F59-6A7F-290C-71AE-2A985354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222F7-E13E-A15D-E054-AE8FC69C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3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E188-CAE0-82FE-3BC3-2B36F765B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4AC3B0-8CF9-4DE7-729B-7E1923269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D2268-CB92-C608-80EB-CB4B42CD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1F8C4-1329-5EB6-E17C-F59D535E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FA432-3B15-B28F-9551-ABC5777B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F6CA8-50A2-EA72-9638-94028B8D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3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93BD-A7F2-E883-9E6D-CC02EDDD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4E930-100C-663B-D153-9B28B7AB0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CE9C1-6427-3C6B-CAE4-B8F13B9C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11BFE-00DC-8DA5-5AE6-DBA48EB8F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70DDC-AACD-603E-CC66-CED01E5B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8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D6CC8-C880-2FE7-F6B7-6405D509A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81FDD-7266-2CC9-E105-FAD554911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5B094-21E7-7963-D5C7-141E03AB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70998-C829-CDF7-6813-23F0BA4F5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DA312-BE73-7EA8-AFD2-D663F6D5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9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34034-665B-409B-B0C7-B64DEEAAD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4BDEC-8420-E438-FD3C-4CC413080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8BB2-5228-EC4E-1DC1-2595FEBAD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C758D-456F-E177-D40B-E2E1158DF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4382F-CDE6-4347-21F0-FFC2801F6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11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686567-C5A4-FAFE-325F-90702466804C}"/>
              </a:ext>
            </a:extLst>
          </p:cNvPr>
          <p:cNvSpPr/>
          <p:nvPr/>
        </p:nvSpPr>
        <p:spPr>
          <a:xfrm>
            <a:off x="1643743" y="5671457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A537F-A70E-4A42-E830-AEE213126BFA}"/>
              </a:ext>
            </a:extLst>
          </p:cNvPr>
          <p:cNvSpPr/>
          <p:nvPr/>
        </p:nvSpPr>
        <p:spPr>
          <a:xfrm>
            <a:off x="1643743" y="4506684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A54CD-E1D7-7387-BFCA-04B9C0EC1094}"/>
              </a:ext>
            </a:extLst>
          </p:cNvPr>
          <p:cNvSpPr/>
          <p:nvPr/>
        </p:nvSpPr>
        <p:spPr>
          <a:xfrm>
            <a:off x="1643743" y="3352799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7D23ED-607D-3243-BDCE-42F10662FFFF}"/>
              </a:ext>
            </a:extLst>
          </p:cNvPr>
          <p:cNvSpPr/>
          <p:nvPr/>
        </p:nvSpPr>
        <p:spPr>
          <a:xfrm>
            <a:off x="2242458" y="3439885"/>
            <a:ext cx="4539342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1() throws Func3Exception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Function 2(); 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28CF5A-DF43-30B6-3609-C36C9D1377E9}"/>
              </a:ext>
            </a:extLst>
          </p:cNvPr>
          <p:cNvSpPr/>
          <p:nvPr/>
        </p:nvSpPr>
        <p:spPr>
          <a:xfrm>
            <a:off x="2318658" y="4593770"/>
            <a:ext cx="5791199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2() throws Func3Exception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Function 3();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972F94-93A3-2548-B813-D26075798223}"/>
              </a:ext>
            </a:extLst>
          </p:cNvPr>
          <p:cNvSpPr/>
          <p:nvPr/>
        </p:nvSpPr>
        <p:spPr>
          <a:xfrm>
            <a:off x="2024744" y="5758543"/>
            <a:ext cx="5148942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3() throws Func3Exception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new Func3Exception}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AF4D92-8B5E-1159-2784-3E6391267FB1}"/>
              </a:ext>
            </a:extLst>
          </p:cNvPr>
          <p:cNvSpPr/>
          <p:nvPr/>
        </p:nvSpPr>
        <p:spPr>
          <a:xfrm>
            <a:off x="9601200" y="1692729"/>
            <a:ext cx="2296886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Exception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673AB0-1E68-B29D-E515-205323530BCC}"/>
              </a:ext>
            </a:extLst>
          </p:cNvPr>
          <p:cNvSpPr/>
          <p:nvPr/>
        </p:nvSpPr>
        <p:spPr>
          <a:xfrm>
            <a:off x="9416143" y="511629"/>
            <a:ext cx="2667000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MyCheckedException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FBC041-5929-C188-F353-CF30840AC392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6215743" y="5333998"/>
            <a:ext cx="0" cy="337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AF5C11-2356-A2A8-7BD7-274879C3CDFA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6215743" y="4180113"/>
            <a:ext cx="0" cy="326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B539D89-C784-1972-1C9C-884406702081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10749643" y="1164771"/>
            <a:ext cx="0" cy="527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680CB82-20F7-9732-F8D9-DE8CBAED09FE}"/>
              </a:ext>
            </a:extLst>
          </p:cNvPr>
          <p:cNvSpPr/>
          <p:nvPr/>
        </p:nvSpPr>
        <p:spPr>
          <a:xfrm>
            <a:off x="6400799" y="2345871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B27E6B-5126-63D2-7862-6C5D40064E84}"/>
              </a:ext>
            </a:extLst>
          </p:cNvPr>
          <p:cNvSpPr/>
          <p:nvPr/>
        </p:nvSpPr>
        <p:spPr>
          <a:xfrm>
            <a:off x="6400800" y="1815193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4A0279D-82D7-4EF0-F50F-457C032858BE}"/>
              </a:ext>
            </a:extLst>
          </p:cNvPr>
          <p:cNvSpPr/>
          <p:nvPr/>
        </p:nvSpPr>
        <p:spPr>
          <a:xfrm>
            <a:off x="6400799" y="1072243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DE74774-14DB-4BB2-E9F1-81A30404BD0B}"/>
              </a:ext>
            </a:extLst>
          </p:cNvPr>
          <p:cNvSpPr/>
          <p:nvPr/>
        </p:nvSpPr>
        <p:spPr>
          <a:xfrm>
            <a:off x="5453743" y="1524002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50C497F-F576-ECD5-343C-4EF7DDBC6787}"/>
              </a:ext>
            </a:extLst>
          </p:cNvPr>
          <p:cNvSpPr/>
          <p:nvPr/>
        </p:nvSpPr>
        <p:spPr>
          <a:xfrm>
            <a:off x="5453743" y="2351314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DF0E68-14F9-25A1-D941-6C24CAF2D561}"/>
              </a:ext>
            </a:extLst>
          </p:cNvPr>
          <p:cNvCxnSpPr>
            <a:cxnSpLocks/>
            <a:stCxn id="27" idx="0"/>
            <a:endCxn id="26" idx="4"/>
          </p:cNvCxnSpPr>
          <p:nvPr/>
        </p:nvCxnSpPr>
        <p:spPr>
          <a:xfrm flipV="1">
            <a:off x="5595258" y="1768931"/>
            <a:ext cx="0" cy="582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6F93763-879D-9911-414C-9E8DDEC709E4}"/>
              </a:ext>
            </a:extLst>
          </p:cNvPr>
          <p:cNvCxnSpPr>
            <a:stCxn id="23" idx="0"/>
            <a:endCxn id="24" idx="4"/>
          </p:cNvCxnSpPr>
          <p:nvPr/>
        </p:nvCxnSpPr>
        <p:spPr>
          <a:xfrm flipV="1">
            <a:off x="6542314" y="2060122"/>
            <a:ext cx="1" cy="285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2C73F7-87CF-92F9-BC1B-FEB37AD06160}"/>
              </a:ext>
            </a:extLst>
          </p:cNvPr>
          <p:cNvCxnSpPr>
            <a:stCxn id="24" idx="0"/>
            <a:endCxn id="25" idx="4"/>
          </p:cNvCxnSpPr>
          <p:nvPr/>
        </p:nvCxnSpPr>
        <p:spPr>
          <a:xfrm flipH="1" flipV="1">
            <a:off x="6542314" y="1317172"/>
            <a:ext cx="1" cy="498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26154DF0-D5B1-DCD6-7837-FE2331FE8C56}"/>
              </a:ext>
            </a:extLst>
          </p:cNvPr>
          <p:cNvCxnSpPr>
            <a:stCxn id="26" idx="0"/>
            <a:endCxn id="25" idx="2"/>
          </p:cNvCxnSpPr>
          <p:nvPr/>
        </p:nvCxnSpPr>
        <p:spPr>
          <a:xfrm rot="5400000" flipH="1" flipV="1">
            <a:off x="5833381" y="956585"/>
            <a:ext cx="329294" cy="8055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5532FB-84A8-CBD3-E9EB-C3C1150EF4A1}"/>
              </a:ext>
            </a:extLst>
          </p:cNvPr>
          <p:cNvCxnSpPr/>
          <p:nvPr/>
        </p:nvCxnSpPr>
        <p:spPr>
          <a:xfrm>
            <a:off x="4038600" y="1480461"/>
            <a:ext cx="4071257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6FB70A0-E13D-ECC2-9585-3D00E63C08F1}"/>
              </a:ext>
            </a:extLst>
          </p:cNvPr>
          <p:cNvSpPr txBox="1"/>
          <p:nvPr/>
        </p:nvSpPr>
        <p:spPr>
          <a:xfrm>
            <a:off x="4591327" y="1856017"/>
            <a:ext cx="86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throws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5B5262-4945-3825-207E-A07EA0D9EB00}"/>
              </a:ext>
            </a:extLst>
          </p:cNvPr>
          <p:cNvSpPr txBox="1"/>
          <p:nvPr/>
        </p:nvSpPr>
        <p:spPr>
          <a:xfrm>
            <a:off x="6648723" y="1963901"/>
            <a:ext cx="86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throws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9E1794-8855-5DE7-E645-2EBDF56A43F8}"/>
              </a:ext>
            </a:extLst>
          </p:cNvPr>
          <p:cNvSpPr txBox="1"/>
          <p:nvPr/>
        </p:nvSpPr>
        <p:spPr>
          <a:xfrm>
            <a:off x="6571303" y="1423696"/>
            <a:ext cx="86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throws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77D663-C449-1321-37AC-F6C2C1A7AE0A}"/>
              </a:ext>
            </a:extLst>
          </p:cNvPr>
          <p:cNvSpPr txBox="1"/>
          <p:nvPr/>
        </p:nvSpPr>
        <p:spPr>
          <a:xfrm>
            <a:off x="4679637" y="1029485"/>
            <a:ext cx="86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throws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63DBAD-5360-DFFB-881E-281322FF13B0}"/>
              </a:ext>
            </a:extLst>
          </p:cNvPr>
          <p:cNvSpPr txBox="1"/>
          <p:nvPr/>
        </p:nvSpPr>
        <p:spPr>
          <a:xfrm>
            <a:off x="6215743" y="681136"/>
            <a:ext cx="1087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try-catch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E21D81F-6D44-800C-D542-D761B7CD764B}"/>
              </a:ext>
            </a:extLst>
          </p:cNvPr>
          <p:cNvSpPr/>
          <p:nvPr/>
        </p:nvSpPr>
        <p:spPr>
          <a:xfrm>
            <a:off x="8599710" y="6008909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ADE31BE-5257-0237-4BC1-4F0E2C70E21B}"/>
              </a:ext>
            </a:extLst>
          </p:cNvPr>
          <p:cNvSpPr/>
          <p:nvPr/>
        </p:nvSpPr>
        <p:spPr>
          <a:xfrm>
            <a:off x="8577940" y="4814204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1C0957E-A389-2970-D6A2-29FDD7542E75}"/>
              </a:ext>
            </a:extLst>
          </p:cNvPr>
          <p:cNvSpPr/>
          <p:nvPr/>
        </p:nvSpPr>
        <p:spPr>
          <a:xfrm>
            <a:off x="8556170" y="3521527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2D1588F-0F6F-E901-E423-7F9E708C8543}"/>
              </a:ext>
            </a:extLst>
          </p:cNvPr>
          <p:cNvCxnSpPr>
            <a:stCxn id="45" idx="0"/>
            <a:endCxn id="46" idx="4"/>
          </p:cNvCxnSpPr>
          <p:nvPr/>
        </p:nvCxnSpPr>
        <p:spPr>
          <a:xfrm flipH="1" flipV="1">
            <a:off x="8719455" y="5059133"/>
            <a:ext cx="21770" cy="949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2FC7F13-893A-440F-CD37-1DA084DFBA77}"/>
              </a:ext>
            </a:extLst>
          </p:cNvPr>
          <p:cNvCxnSpPr>
            <a:stCxn id="46" idx="0"/>
            <a:endCxn id="47" idx="4"/>
          </p:cNvCxnSpPr>
          <p:nvPr/>
        </p:nvCxnSpPr>
        <p:spPr>
          <a:xfrm flipH="1" flipV="1">
            <a:off x="8697685" y="3766456"/>
            <a:ext cx="21770" cy="1047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E79078-D924-3DAD-9981-14800C6A9853}"/>
              </a:ext>
            </a:extLst>
          </p:cNvPr>
          <p:cNvCxnSpPr>
            <a:cxnSpLocks/>
            <a:stCxn id="47" idx="0"/>
            <a:endCxn id="59" idx="4"/>
          </p:cNvCxnSpPr>
          <p:nvPr/>
        </p:nvCxnSpPr>
        <p:spPr>
          <a:xfrm flipV="1">
            <a:off x="8697685" y="2728714"/>
            <a:ext cx="21770" cy="792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F8A1C87D-4581-32FA-5A1E-7A35F23DDDA9}"/>
              </a:ext>
            </a:extLst>
          </p:cNvPr>
          <p:cNvSpPr/>
          <p:nvPr/>
        </p:nvSpPr>
        <p:spPr>
          <a:xfrm>
            <a:off x="8577940" y="2483785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5A0B-0DF2-BACD-D218-8E0A222C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35A20-8618-E25A-CEB9-E90C1D7B48D7}"/>
              </a:ext>
            </a:extLst>
          </p:cNvPr>
          <p:cNvSpPr/>
          <p:nvPr/>
        </p:nvSpPr>
        <p:spPr>
          <a:xfrm>
            <a:off x="1643743" y="5671457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995EE-9E1A-A0D5-FF0C-470EEBBFB620}"/>
              </a:ext>
            </a:extLst>
          </p:cNvPr>
          <p:cNvSpPr/>
          <p:nvPr/>
        </p:nvSpPr>
        <p:spPr>
          <a:xfrm>
            <a:off x="1643743" y="4506684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D890C6-F63B-7955-C837-6A3BCCE0B6C3}"/>
              </a:ext>
            </a:extLst>
          </p:cNvPr>
          <p:cNvSpPr/>
          <p:nvPr/>
        </p:nvSpPr>
        <p:spPr>
          <a:xfrm>
            <a:off x="1643743" y="3352799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2839F0-8150-748A-852D-0932BB62AEBF}"/>
              </a:ext>
            </a:extLst>
          </p:cNvPr>
          <p:cNvSpPr/>
          <p:nvPr/>
        </p:nvSpPr>
        <p:spPr>
          <a:xfrm>
            <a:off x="2242458" y="3439885"/>
            <a:ext cx="3973285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1()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try Function 2() catch …; 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830963-274E-BCD0-45A1-CC8E49281D5A}"/>
              </a:ext>
            </a:extLst>
          </p:cNvPr>
          <p:cNvSpPr/>
          <p:nvPr/>
        </p:nvSpPr>
        <p:spPr>
          <a:xfrm>
            <a:off x="2318658" y="4593770"/>
            <a:ext cx="5791199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2() {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Function 3();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0C430E-A0D7-15B4-6215-151676DCAD0E}"/>
              </a:ext>
            </a:extLst>
          </p:cNvPr>
          <p:cNvSpPr/>
          <p:nvPr/>
        </p:nvSpPr>
        <p:spPr>
          <a:xfrm>
            <a:off x="2024744" y="5758543"/>
            <a:ext cx="5148942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3()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Throw Func3Exception}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D7884F-A5DD-EA60-CE13-FB9D5C54CC89}"/>
              </a:ext>
            </a:extLst>
          </p:cNvPr>
          <p:cNvSpPr/>
          <p:nvPr/>
        </p:nvSpPr>
        <p:spPr>
          <a:xfrm>
            <a:off x="9388929" y="1655989"/>
            <a:ext cx="2296886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RuntimeException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60EA7D-DBC6-DEBE-ABC4-900FB0A7AECA}"/>
              </a:ext>
            </a:extLst>
          </p:cNvPr>
          <p:cNvSpPr/>
          <p:nvPr/>
        </p:nvSpPr>
        <p:spPr>
          <a:xfrm>
            <a:off x="9203872" y="559254"/>
            <a:ext cx="2667000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MyUncheckedException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DE67AC-E754-26EA-81D4-6AF85D158C65}"/>
              </a:ext>
            </a:extLst>
          </p:cNvPr>
          <p:cNvCxnSpPr>
            <a:stCxn id="19" idx="2"/>
            <a:endCxn id="11" idx="0"/>
          </p:cNvCxnSpPr>
          <p:nvPr/>
        </p:nvCxnSpPr>
        <p:spPr>
          <a:xfrm>
            <a:off x="10537372" y="1212396"/>
            <a:ext cx="0" cy="443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60AFAB6-64C4-45DF-57BA-2EC6FEA634CE}"/>
              </a:ext>
            </a:extLst>
          </p:cNvPr>
          <p:cNvSpPr/>
          <p:nvPr/>
        </p:nvSpPr>
        <p:spPr>
          <a:xfrm>
            <a:off x="6422570" y="2041071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48CEC3-19D8-1127-5D4D-CDA5B93A0AC0}"/>
              </a:ext>
            </a:extLst>
          </p:cNvPr>
          <p:cNvSpPr/>
          <p:nvPr/>
        </p:nvSpPr>
        <p:spPr>
          <a:xfrm>
            <a:off x="7576457" y="1842412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5F3E66-FFE4-7553-FF9A-61C66E3B60EE}"/>
              </a:ext>
            </a:extLst>
          </p:cNvPr>
          <p:cNvSpPr/>
          <p:nvPr/>
        </p:nvSpPr>
        <p:spPr>
          <a:xfrm>
            <a:off x="6422571" y="1072243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AAE2F6-1E4E-5087-13A4-AAA35A0A1DCC}"/>
              </a:ext>
            </a:extLst>
          </p:cNvPr>
          <p:cNvSpPr/>
          <p:nvPr/>
        </p:nvSpPr>
        <p:spPr>
          <a:xfrm>
            <a:off x="4457700" y="1860095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D40F45-CFB1-F717-931B-17B731C39F46}"/>
              </a:ext>
            </a:extLst>
          </p:cNvPr>
          <p:cNvSpPr/>
          <p:nvPr/>
        </p:nvSpPr>
        <p:spPr>
          <a:xfrm>
            <a:off x="5475515" y="2351314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5BF930-97F1-A28B-B803-3E7475C3EB9B}"/>
              </a:ext>
            </a:extLst>
          </p:cNvPr>
          <p:cNvCxnSpPr/>
          <p:nvPr/>
        </p:nvCxnSpPr>
        <p:spPr>
          <a:xfrm>
            <a:off x="4038600" y="1480461"/>
            <a:ext cx="4071257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3C0F54F-106D-5880-23D3-FA898F7CD126}"/>
              </a:ext>
            </a:extLst>
          </p:cNvPr>
          <p:cNvSpPr txBox="1"/>
          <p:nvPr/>
        </p:nvSpPr>
        <p:spPr>
          <a:xfrm>
            <a:off x="6215743" y="681136"/>
            <a:ext cx="1087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try-catch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514F47-A57A-D74F-0288-A1035C4F5190}"/>
              </a:ext>
            </a:extLst>
          </p:cNvPr>
          <p:cNvSpPr/>
          <p:nvPr/>
        </p:nvSpPr>
        <p:spPr>
          <a:xfrm>
            <a:off x="8556171" y="6166756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A7D354-C5AF-3BD6-E834-AD47E33B4D7B}"/>
              </a:ext>
            </a:extLst>
          </p:cNvPr>
          <p:cNvSpPr/>
          <p:nvPr/>
        </p:nvSpPr>
        <p:spPr>
          <a:xfrm>
            <a:off x="8414656" y="2737756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51F5DFF-086B-6079-86AE-C040E0715B2F}"/>
              </a:ext>
            </a:extLst>
          </p:cNvPr>
          <p:cNvCxnSpPr>
            <a:stCxn id="23" idx="0"/>
            <a:endCxn id="24" idx="4"/>
          </p:cNvCxnSpPr>
          <p:nvPr/>
        </p:nvCxnSpPr>
        <p:spPr>
          <a:xfrm flipH="1" flipV="1">
            <a:off x="8556171" y="2982685"/>
            <a:ext cx="141515" cy="318407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4CAEA6-3BDE-02CE-348C-253BC910EA14}"/>
              </a:ext>
            </a:extLst>
          </p:cNvPr>
          <p:cNvCxnSpPr>
            <a:cxnSpLocks/>
            <a:stCxn id="17" idx="0"/>
            <a:endCxn id="15" idx="2"/>
          </p:cNvCxnSpPr>
          <p:nvPr/>
        </p:nvCxnSpPr>
        <p:spPr>
          <a:xfrm flipV="1">
            <a:off x="4599215" y="1194708"/>
            <a:ext cx="1823356" cy="66538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E06EEDE-43BA-18DE-6454-A96268A84F92}"/>
              </a:ext>
            </a:extLst>
          </p:cNvPr>
          <p:cNvCxnSpPr>
            <a:cxnSpLocks/>
            <a:stCxn id="18" idx="7"/>
            <a:endCxn id="15" idx="3"/>
          </p:cNvCxnSpPr>
          <p:nvPr/>
        </p:nvCxnSpPr>
        <p:spPr>
          <a:xfrm flipV="1">
            <a:off x="5717095" y="1281303"/>
            <a:ext cx="746925" cy="110588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2B9440-BCFD-37D4-8537-2FC7BE7DB66E}"/>
              </a:ext>
            </a:extLst>
          </p:cNvPr>
          <p:cNvCxnSpPr>
            <a:cxnSpLocks/>
            <a:stCxn id="2" idx="0"/>
            <a:endCxn id="15" idx="4"/>
          </p:cNvCxnSpPr>
          <p:nvPr/>
        </p:nvCxnSpPr>
        <p:spPr>
          <a:xfrm flipV="1">
            <a:off x="6564085" y="1317172"/>
            <a:ext cx="1" cy="72389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D269C09-C1E5-CA13-F95E-BBFBD82A95A6}"/>
              </a:ext>
            </a:extLst>
          </p:cNvPr>
          <p:cNvSpPr/>
          <p:nvPr/>
        </p:nvSpPr>
        <p:spPr>
          <a:xfrm>
            <a:off x="9388929" y="2577193"/>
            <a:ext cx="2296886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Exception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AB2DB1B-1881-B059-E523-CD3599A54248}"/>
              </a:ext>
            </a:extLst>
          </p:cNvPr>
          <p:cNvCxnSpPr>
            <a:stCxn id="11" idx="2"/>
            <a:endCxn id="37" idx="0"/>
          </p:cNvCxnSpPr>
          <p:nvPr/>
        </p:nvCxnSpPr>
        <p:spPr>
          <a:xfrm>
            <a:off x="10537372" y="2309131"/>
            <a:ext cx="0" cy="268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09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73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Sanders Wang</dc:creator>
  <cp:lastModifiedBy>Sanders Wang</cp:lastModifiedBy>
  <cp:revision>1</cp:revision>
  <dcterms:created xsi:type="dcterms:W3CDTF">2026-04-19T17:45:48Z</dcterms:created>
  <dcterms:modified xsi:type="dcterms:W3CDTF">2026-04-21T11:31:17Z</dcterms:modified>
</cp:coreProperties>
</file>